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lectroliz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lectroliz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0f992e4b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0f992e4b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874783e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874783e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74783e8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74783e8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74783e8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874783e8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8b83263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8b83263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b83263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8b83263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b83263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8b83263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b83263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8b83263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bcb89bf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4bcb89bf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bcb89b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bcb89b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encurtador.com.br/lzdr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01600"/>
            <a:ext cx="8520600" cy="9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00">
                <a:latin typeface="Electrolize"/>
                <a:ea typeface="Electrolize"/>
                <a:cs typeface="Electrolize"/>
                <a:sym typeface="Electrolize"/>
              </a:rPr>
              <a:t>Banco de Dados</a:t>
            </a:r>
            <a:endParaRPr sz="580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38650" y="4178725"/>
            <a:ext cx="68667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Professor: Léo Victor Côrso</a:t>
            </a:r>
            <a:endParaRPr sz="210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223050" y="2303325"/>
            <a:ext cx="26979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latin typeface="Electrolize"/>
                <a:ea typeface="Electrolize"/>
                <a:cs typeface="Electrolize"/>
                <a:sym typeface="Electrolize"/>
              </a:rPr>
              <a:t>Aula 13</a:t>
            </a:r>
            <a:endParaRPr sz="4800"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Comandos de Consulta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26050" y="1475950"/>
            <a:ext cx="85206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O comando SELECT é usado para consultar e recuperar dados em um banco de dados. </a:t>
            </a:r>
            <a:endParaRPr sz="27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7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Ele é a base de qualquer consulta e permite filtrar, ordenar e agrupar informações de uma ou mais tabelas</a:t>
            </a:r>
            <a:endParaRPr sz="27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Passo 1: Criando a Tabela 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68" name="Google Shape;68;p15" title="Captura de tela 2026-05-25 1916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300" y="1332254"/>
            <a:ext cx="4586700" cy="30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Passo 2: Inserindo Dados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74" name="Google Shape;74;p16" title="Captura de tela 2026-05-25 1918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0" y="1960575"/>
            <a:ext cx="8684000" cy="23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Consulta Básica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16050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É o comando mais comum para verificar se os dados entraram corretamente. 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81" name="Google Shape;81;p17" title="Captura de tela 2026-05-25 1919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725" y="2689975"/>
            <a:ext cx="7104550" cy="12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Seleção Específica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16050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Aqui você ensina o banco a "pensar". Use operadores relacionais (&gt;, &lt;, =, !=).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88" name="Google Shape;88;p18" title="Captura de tela 2026-05-25 1921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950" y="2300125"/>
            <a:ext cx="5991075" cy="23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Filtros Compostos 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216050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Mostre como refinar a busca. É a lógica booleana na prática. 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95" name="Google Shape;95;p19" title="Captura de tela 2026-05-25 192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25" y="2183650"/>
            <a:ext cx="7059000" cy="21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8075700" y="2407175"/>
            <a:ext cx="3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E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7967850" y="3653250"/>
            <a:ext cx="57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OU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Buscas por Aproximação 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16050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Ele simula a "barra de busca" do Google. 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104" name="Google Shape;104;p20" title="Captura de tela 2026-05-25 1922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88" y="2321775"/>
            <a:ext cx="8799025" cy="16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50925" y="4173025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LIKE serve para buscar padrões específicos de texto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2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Electrolize"/>
                <a:ea typeface="Electrolize"/>
                <a:cs typeface="Electrolize"/>
                <a:sym typeface="Electrolize"/>
              </a:rPr>
              <a:t>Ordenação de Resultados (ORDER BY) </a:t>
            </a:r>
            <a:endParaRPr b="1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16050"/>
            <a:ext cx="85206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Essencial para relatórios. Do mais caro para o mais barato, ou ordem alfabética. </a:t>
            </a:r>
            <a:endParaRPr sz="19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  <p:pic>
        <p:nvPicPr>
          <p:cNvPr id="112" name="Google Shape;112;p21" title="Captura de tela 2026-05-25 1923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63" y="2473375"/>
            <a:ext cx="8219874" cy="12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263550"/>
            <a:ext cx="8520600" cy="23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5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Atividade 01</a:t>
            </a:r>
            <a:endParaRPr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50" u="sng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encurtador.com.br/lzdr</a:t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5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Slides da Aula</a:t>
            </a:r>
            <a:endParaRPr sz="35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50" u="sng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shre.ink/aula13bd</a:t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263550"/>
            <a:ext cx="8520600" cy="23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5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Atividade 02</a:t>
            </a:r>
            <a:endParaRPr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50" u="sng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encurtador.com.br/fNyC</a:t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55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Slides da Aula</a:t>
            </a:r>
            <a:endParaRPr sz="3550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5150" u="sng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rPr>
              <a:t>shre.ink/aula13bd</a:t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5150" u="sng">
              <a:solidFill>
                <a:schemeClr val="dk1"/>
              </a:solidFill>
              <a:latin typeface="Electrolize"/>
              <a:ea typeface="Electrolize"/>
              <a:cs typeface="Electrolize"/>
              <a:sym typeface="Electroliz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